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15" r:id="rId3"/>
    <p:sldId id="316" r:id="rId4"/>
    <p:sldId id="331" r:id="rId5"/>
    <p:sldId id="332" r:id="rId6"/>
    <p:sldId id="333" r:id="rId7"/>
    <p:sldId id="334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74" d="100"/>
          <a:sy n="74" d="100"/>
        </p:scale>
        <p:origin x="3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5D7AE8-B284-490C-9938-6B7B3FCDD5A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DE138-9A74-4AA8-B607-78AB73DD4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5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C5360C-BFA1-482C-A1A7-DAC07135F4F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66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EDB5E0-4416-4146-974A-6411D32FC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0C4E27-C623-406B-B714-07FD1DE90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CA9FD5-7F45-4034-A365-9BF0F6C31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2978A-0B45-41C9-A8B7-FA5FE40BFBE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844DA5-F4B5-4247-99D3-34F2BEE8F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F1C3E4-7E63-4708-928B-C4446D138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E937-23E1-44B9-818C-AABC23DF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84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FFFE9-0017-4268-9D73-106E5B3A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BA0FD7-ACAF-423F-8F5C-059CC8E7E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AF89FF-EF6E-4EF8-BD95-CF33AD795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2978A-0B45-41C9-A8B7-FA5FE40BFBE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3956DD-E636-475D-955D-E59A33B82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BDAA45-A691-42C9-B071-9D9670A77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E937-23E1-44B9-818C-AABC23DF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3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86D038-7F63-4615-8EC2-EF741D267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38E312-CEFB-4207-8BC8-D8502CA10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77ED36-E98B-42DF-AB41-C13B6BEA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2978A-0B45-41C9-A8B7-FA5FE40BFBE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AF32A1-7159-4903-A244-73F27EDF8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E88931-C3D1-4375-9E5D-E127F869C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E937-23E1-44B9-818C-AABC23DF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24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9AF2B-43B3-4F6F-ACA7-92A4DB1C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A2EBFA-0A3F-4169-9768-8F2BF1293E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C8F54B-24CC-46D2-86A1-8176D4770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952354-45E6-4FE5-960C-E54C50F9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2978A-0B45-41C9-A8B7-FA5FE40BFBE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11808C-AFBA-4B33-8413-57B2CE13B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C49BC9-14FB-4ECE-9E2A-2CFF4EF50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E937-23E1-44B9-818C-AABC23DF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98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D6F00-4149-468C-9BC4-3DADFFAFD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95D32B-0C9D-40EE-92A4-23FF5267B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5CA37A-638A-4A9B-9DCB-F998387DF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98E558-BE33-4896-8A40-170EB40B9F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B781400-0E2E-4FAD-BB66-E72A42A81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F89B59-08EC-4359-9C5B-B5E57B746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2978A-0B45-41C9-A8B7-FA5FE40BFBE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28D347-AF55-47FF-88D7-81285B391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1509F8-C896-4AD4-9FB1-14CD809AE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E937-23E1-44B9-818C-AABC23DF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20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CB94E-B317-40AB-AD3E-A93ACBF14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91B62E6-6927-40D7-9D22-F752A0DF4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2978A-0B45-41C9-A8B7-FA5FE40BFBE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84B91E-8CC1-4082-A4B3-06BFA9B8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979766-ABAB-42DE-9A33-E902FF76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E937-23E1-44B9-818C-AABC23DF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61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B063E9-DBC7-43D4-9B50-AD2FEC40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2978A-0B45-41C9-A8B7-FA5FE40BFBE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26C4DD-809E-441D-845A-04AE7936D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081817-008C-4107-9EB5-8D1B2043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E937-23E1-44B9-818C-AABC23DF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1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33EA71-26F5-4920-BCC2-FA32A9A3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573477-0628-4A2B-9FDD-FC275D9FB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493943-25BE-4A48-A865-9464F3560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695355-A499-4CBC-9CA6-16E0FEDF1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2978A-0B45-41C9-A8B7-FA5FE40BFBE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612AD7-A1DA-489F-87F2-AA380EA90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09D363-9270-4E59-A1AE-2041FF15E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E937-23E1-44B9-818C-AABC23DF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02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60608-4095-40B4-AD01-19D229045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437E0-4020-403E-975D-E132D5980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A7E8C2-2483-4071-B32F-0A646C528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61CB64-4ABE-4D24-A346-AB6E31B21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2978A-0B45-41C9-A8B7-FA5FE40BFBE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83E459-035B-43B8-879D-9264F2AAB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C36E5E-54AE-4E86-A1E0-134D6E51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E937-23E1-44B9-818C-AABC23DF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4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DF8548-5DF5-458D-B17E-B80201DEE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202759-6840-4DED-82B8-B6E41D103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01F19C-D7ED-481A-B7AF-F00B0E7F4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2978A-0B45-41C9-A8B7-FA5FE40BFBE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D793ED-5C01-45A9-A487-7123D4B3A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F693CD-8A94-4F3D-A3A3-E2EDCCD8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E937-23E1-44B9-818C-AABC23DF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40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D3F7907-201D-448F-9374-E613AC3B4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A1ECCF-4BEA-41E7-901A-027E66D9A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61CFBE-7E0B-4E94-8A5D-02859F819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2978A-0B45-41C9-A8B7-FA5FE40BFBE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9BF8F0-1E35-40BF-98EE-0149AED27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5B0303-A9CC-4B1D-986E-F2537ED3E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E937-23E1-44B9-818C-AABC23DF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55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947766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F5E81AE-6DF7-4A37-85E4-3A20A8897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AEEA3E-3CA3-458F-885C-AEA4C3538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31ECCD-95F2-456A-A139-308F2CC18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2978A-0B45-41C9-A8B7-FA5FE40BFBE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AABBB7-430E-4CE7-BDE5-F128FFDDF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EAAF99-AA3E-49BC-973F-97F4B49F0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4E937-23E1-44B9-818C-AABC23DF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7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etf.org/ietf-ftp/internet-drafts/draft-ni-a2a-ai-agent-security-requirements-00.html#I-D.draft-ietf-oauth-identity-chaining-06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etf.org/ietf-ftp/internet-drafts/draft-ni-a2a-ai-agent-security-requirements-00.html#I-D.draft-tulshibagwale-oauth-transaction-tokens-05" TargetMode="External"/><Relationship Id="rId2" Type="http://schemas.openxmlformats.org/officeDocument/2006/relationships/hyperlink" Target="https://www.ietf.org/ietf-ftp/internet-drafts/draft-ni-a2a-ai-agent-security-requirements-00.html#I-D.draft-ietf-oauth-identity-chaining-06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liuchunchi@huawei.com" TargetMode="External"/><Relationship Id="rId2" Type="http://schemas.openxmlformats.org/officeDocument/2006/relationships/hyperlink" Target="https://www.ietf.org/ietf-ftp/internet-drafts/draft-ni-a2a-ai-agent-security-requirements-00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niyuan1@huawei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C900B2-2050-4270-A33C-F4F7013C1A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AI Agent Security Requirements</a:t>
            </a:r>
            <a:endParaRPr lang="en-US" sz="54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E8719F-4A89-44F7-A93F-E1EFF7A0B9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Yuan Ni, </a:t>
            </a:r>
            <a:r>
              <a:rPr lang="en-US" dirty="0" err="1"/>
              <a:t>Chunchi</a:t>
            </a:r>
            <a:r>
              <a:rPr lang="en-US" dirty="0"/>
              <a:t> Peter Liu</a:t>
            </a:r>
          </a:p>
          <a:p>
            <a:r>
              <a:rPr lang="en-US" dirty="0"/>
              <a:t> </a:t>
            </a:r>
            <a:r>
              <a:rPr lang="en-US" altLang="zh-CN" dirty="0"/>
              <a:t>IETF 124 Montreal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769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Title 1"/>
          <p:cNvSpPr txBox="1">
            <a:spLocks noGrp="1"/>
          </p:cNvSpPr>
          <p:nvPr>
            <p:ph type="title"/>
          </p:nvPr>
        </p:nvSpPr>
        <p:spPr>
          <a:xfrm>
            <a:off x="609601" y="474663"/>
            <a:ext cx="10972800" cy="79796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/>
              <a:t>What: </a:t>
            </a:r>
            <a:r>
              <a:rPr lang="en-US" altLang="zh-CN" sz="3200" dirty="0"/>
              <a:t>Security-related interactions for AI Agents</a:t>
            </a:r>
            <a:endParaRPr sz="4000" dirty="0"/>
          </a:p>
        </p:txBody>
      </p:sp>
      <p:sp>
        <p:nvSpPr>
          <p:cNvPr id="1454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608451" y="6359421"/>
            <a:ext cx="245415" cy="3589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2AFA9D-8CE0-458C-8A65-20EE5728AE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942"/>
          <a:stretch/>
        </p:blipFill>
        <p:spPr>
          <a:xfrm>
            <a:off x="1190615" y="1674553"/>
            <a:ext cx="4540484" cy="375359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4C79990-5457-4225-B4FD-1707C1D03C47}"/>
              </a:ext>
            </a:extLst>
          </p:cNvPr>
          <p:cNvSpPr/>
          <p:nvPr/>
        </p:nvSpPr>
        <p:spPr>
          <a:xfrm>
            <a:off x="573719" y="5704198"/>
            <a:ext cx="5522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Architecture of Agent Security Control and Management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ACC08-AC6D-4DF9-B3AE-DD8385430863}"/>
              </a:ext>
            </a:extLst>
          </p:cNvPr>
          <p:cNvSpPr/>
          <p:nvPr/>
        </p:nvSpPr>
        <p:spPr>
          <a:xfrm>
            <a:off x="6712039" y="1756412"/>
            <a:ext cx="459561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There are three types of security interactions, in a sequential order: 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Provisioning and Registration: </a:t>
            </a:r>
            <a:r>
              <a:rPr lang="en-US" dirty="0"/>
              <a:t>Creating agent identity, establishing initial trust, provisioning agent secrets and credentials.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Cross-domain Interconnection: </a:t>
            </a:r>
            <a:r>
              <a:rPr lang="en-US" dirty="0"/>
              <a:t>Enabling secure, authenticated communication between agents across different trust domains.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Access Control: </a:t>
            </a:r>
            <a:r>
              <a:rPr lang="en-US" dirty="0"/>
              <a:t>The Master Agent validates both intra-domain and inter-domain access tokens, creates internal workflow and manages different credentials for heterogeneous systems. </a:t>
            </a:r>
          </a:p>
        </p:txBody>
      </p:sp>
    </p:spTree>
    <p:extLst>
      <p:ext uri="{BB962C8B-B14F-4D97-AF65-F5344CB8AC3E}">
        <p14:creationId xmlns:p14="http://schemas.microsoft.com/office/powerpoint/2010/main" val="248094097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CEBD3-A5D4-EAA0-8BA3-C695F88A7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1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Why: You want the following features for AI Agents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A3AA3E-2D92-4BBF-8F15-9D43CC1EA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Distinct identities and credentials from human</a:t>
            </a:r>
          </a:p>
          <a:p>
            <a:r>
              <a:rPr lang="en-US" dirty="0"/>
              <a:t>Visibility at network and application level</a:t>
            </a:r>
          </a:p>
          <a:p>
            <a:r>
              <a:rPr lang="en-US" dirty="0"/>
              <a:t>Network access control and application access control</a:t>
            </a:r>
          </a:p>
          <a:p>
            <a:r>
              <a:rPr lang="en-US" dirty="0"/>
              <a:t>Explicitness in workflow</a:t>
            </a:r>
          </a:p>
          <a:p>
            <a:r>
              <a:rPr lang="en-US" dirty="0"/>
              <a:t>Accountability</a:t>
            </a:r>
          </a:p>
        </p:txBody>
      </p:sp>
    </p:spTree>
    <p:extLst>
      <p:ext uri="{BB962C8B-B14F-4D97-AF65-F5344CB8AC3E}">
        <p14:creationId xmlns:p14="http://schemas.microsoft.com/office/powerpoint/2010/main" val="2700568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CEBD3-A5D4-EAA0-8BA3-C695F88A7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1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How: </a:t>
            </a:r>
            <a:r>
              <a:rPr lang="en-US" sz="4000" b="1" dirty="0"/>
              <a:t>Provisioning and Registration</a:t>
            </a:r>
            <a:endParaRPr lang="en-US" sz="4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D1E6F9F-BDED-4706-A85A-037279A05296}"/>
              </a:ext>
            </a:extLst>
          </p:cNvPr>
          <p:cNvGrpSpPr/>
          <p:nvPr/>
        </p:nvGrpSpPr>
        <p:grpSpPr>
          <a:xfrm>
            <a:off x="496910" y="1690688"/>
            <a:ext cx="6438363" cy="3616165"/>
            <a:chOff x="1918257" y="2047741"/>
            <a:chExt cx="7708701" cy="444513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4BE58C5-E0AD-4D60-A28F-64924A4E0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8257" y="2115615"/>
              <a:ext cx="7708701" cy="437726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8AE4DE-0487-4408-9BA8-B081ED57F836}"/>
                </a:ext>
              </a:extLst>
            </p:cNvPr>
            <p:cNvSpPr/>
            <p:nvPr/>
          </p:nvSpPr>
          <p:spPr>
            <a:xfrm>
              <a:off x="2041301" y="2047741"/>
              <a:ext cx="1320085" cy="7469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065EB796-C0AF-4AB4-AB6D-314B17331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934" y="1951150"/>
            <a:ext cx="4752367" cy="31201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7D0F200-9880-4306-BF17-EDBA832CF226}"/>
              </a:ext>
            </a:extLst>
          </p:cNvPr>
          <p:cNvSpPr/>
          <p:nvPr/>
        </p:nvSpPr>
        <p:spPr>
          <a:xfrm>
            <a:off x="7643046" y="5729956"/>
            <a:ext cx="40665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Diagram for Provisioning and Registration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CF3DF7-8E7C-4ABA-9C49-5E9177C27912}"/>
              </a:ext>
            </a:extLst>
          </p:cNvPr>
          <p:cNvSpPr/>
          <p:nvPr/>
        </p:nvSpPr>
        <p:spPr>
          <a:xfrm>
            <a:off x="1832526" y="5729956"/>
            <a:ext cx="3443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Installing identities and credentials</a:t>
            </a:r>
          </a:p>
        </p:txBody>
      </p:sp>
    </p:spTree>
    <p:extLst>
      <p:ext uri="{BB962C8B-B14F-4D97-AF65-F5344CB8AC3E}">
        <p14:creationId xmlns:p14="http://schemas.microsoft.com/office/powerpoint/2010/main" val="260263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CEBD3-A5D4-EAA0-8BA3-C695F88A7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1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How: </a:t>
            </a:r>
            <a:r>
              <a:rPr lang="en-US" sz="4000" b="1" dirty="0"/>
              <a:t>Provisioning and Registration</a:t>
            </a:r>
            <a:endParaRPr lang="en-US" sz="4000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E2D866F1-B818-43B4-912A-654A49194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Identity Provisioning and Management</a:t>
            </a:r>
          </a:p>
          <a:p>
            <a:pPr lvl="1"/>
            <a:r>
              <a:rPr lang="en-US" dirty="0"/>
              <a:t>Initial Trust Establishment</a:t>
            </a:r>
          </a:p>
          <a:p>
            <a:pPr lvl="1"/>
            <a:r>
              <a:rPr lang="en-US" dirty="0"/>
              <a:t>Credential Request</a:t>
            </a:r>
          </a:p>
          <a:p>
            <a:pPr lvl="1"/>
            <a:r>
              <a:rPr lang="en-US" dirty="0"/>
              <a:t>Credential Issuance</a:t>
            </a:r>
          </a:p>
          <a:p>
            <a:pPr lvl="1"/>
            <a:r>
              <a:rPr lang="en-US" dirty="0"/>
              <a:t>Credential Lifecycle Management</a:t>
            </a:r>
          </a:p>
          <a:p>
            <a:r>
              <a:rPr lang="en-US" dirty="0"/>
              <a:t>Agent Registration</a:t>
            </a:r>
          </a:p>
          <a:p>
            <a:pPr lvl="1"/>
            <a:r>
              <a:rPr lang="en-US" dirty="0"/>
              <a:t>Authentication</a:t>
            </a:r>
          </a:p>
          <a:p>
            <a:pPr lvl="1"/>
            <a:r>
              <a:rPr lang="en-US" dirty="0"/>
              <a:t>Registration</a:t>
            </a:r>
          </a:p>
          <a:p>
            <a:pPr lvl="1"/>
            <a:r>
              <a:rPr lang="en-US" dirty="0"/>
              <a:t>Record Management</a:t>
            </a:r>
          </a:p>
          <a:p>
            <a:r>
              <a:rPr lang="en-US" dirty="0"/>
              <a:t>Agent Onboarding</a:t>
            </a:r>
          </a:p>
          <a:p>
            <a:pPr lvl="1"/>
            <a:r>
              <a:rPr lang="en-US" dirty="0"/>
              <a:t>EAP-TLS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CB10E9-15F5-4EC6-B729-ABFE80C64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076" y="3260407"/>
            <a:ext cx="2758225" cy="181091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E4D85F-2541-498B-AC49-848DBBEB513C}"/>
              </a:ext>
            </a:extLst>
          </p:cNvPr>
          <p:cNvCxnSpPr/>
          <p:nvPr/>
        </p:nvCxnSpPr>
        <p:spPr>
          <a:xfrm flipV="1">
            <a:off x="3934496" y="3979572"/>
            <a:ext cx="5190186" cy="225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4FEFDB1-6446-4828-BEE8-E9DE2EF16806}"/>
              </a:ext>
            </a:extLst>
          </p:cNvPr>
          <p:cNvGrpSpPr/>
          <p:nvPr/>
        </p:nvGrpSpPr>
        <p:grpSpPr>
          <a:xfrm>
            <a:off x="8752269" y="1248827"/>
            <a:ext cx="3025462" cy="1629601"/>
            <a:chOff x="1918257" y="2047741"/>
            <a:chExt cx="7708701" cy="444513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3E7C0E5-BE89-4355-AF9F-200F91CED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18257" y="2115615"/>
              <a:ext cx="7708701" cy="437726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DBE2BFD-62FF-45F8-8CDE-CDEB455E7EFA}"/>
                </a:ext>
              </a:extLst>
            </p:cNvPr>
            <p:cNvSpPr/>
            <p:nvPr/>
          </p:nvSpPr>
          <p:spPr>
            <a:xfrm>
              <a:off x="2041301" y="2047741"/>
              <a:ext cx="1320085" cy="7469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F94FF8-9503-4EED-8EDF-6DE61227B40E}"/>
              </a:ext>
            </a:extLst>
          </p:cNvPr>
          <p:cNvCxnSpPr>
            <a:cxnSpLocks/>
          </p:cNvCxnSpPr>
          <p:nvPr/>
        </p:nvCxnSpPr>
        <p:spPr>
          <a:xfrm>
            <a:off x="6782338" y="2087798"/>
            <a:ext cx="186582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278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CEBD3-A5D4-EAA0-8BA3-C695F88A7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1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How: </a:t>
            </a:r>
            <a:r>
              <a:rPr lang="en-US" sz="4000" b="1" dirty="0"/>
              <a:t>Cross-domain Interconnection</a:t>
            </a:r>
            <a:endParaRPr lang="en-US" sz="4000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E2D866F1-B818-43B4-912A-654A49194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434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Cross-Domain Identifier Interoperability</a:t>
            </a:r>
          </a:p>
          <a:p>
            <a:pPr lvl="1"/>
            <a:r>
              <a:rPr lang="en-US" dirty="0"/>
              <a:t>Pre-configured schema translation </a:t>
            </a:r>
          </a:p>
          <a:p>
            <a:pPr lvl="1"/>
            <a:r>
              <a:rPr lang="en-US" dirty="0"/>
              <a:t>cross-domain identifier synchronization </a:t>
            </a:r>
          </a:p>
          <a:p>
            <a:pPr lvl="1"/>
            <a:r>
              <a:rPr lang="en-US" dirty="0"/>
              <a:t>a universal parsing framework or system</a:t>
            </a:r>
          </a:p>
          <a:p>
            <a:r>
              <a:rPr lang="en-US" dirty="0"/>
              <a:t>Secure Cross-Domain Transmission</a:t>
            </a:r>
          </a:p>
          <a:p>
            <a:pPr lvl="1"/>
            <a:r>
              <a:rPr lang="en-US" dirty="0" err="1"/>
              <a:t>mTLS</a:t>
            </a:r>
            <a:r>
              <a:rPr lang="en-US" dirty="0"/>
              <a:t>, HTTPS</a:t>
            </a:r>
          </a:p>
          <a:p>
            <a:r>
              <a:rPr lang="en-US" dirty="0"/>
              <a:t>Authenticating External Calls</a:t>
            </a:r>
          </a:p>
          <a:p>
            <a:pPr lvl="1"/>
            <a:r>
              <a:rPr lang="en-US" dirty="0"/>
              <a:t>API keys</a:t>
            </a:r>
          </a:p>
          <a:p>
            <a:pPr lvl="1"/>
            <a:r>
              <a:rPr lang="en-US" dirty="0"/>
              <a:t>Username-password</a:t>
            </a:r>
          </a:p>
          <a:p>
            <a:pPr lvl="1"/>
            <a:r>
              <a:rPr lang="en-US" dirty="0"/>
              <a:t>Pre-shared secrets</a:t>
            </a:r>
          </a:p>
          <a:p>
            <a:pPr lvl="1"/>
            <a:r>
              <a:rPr lang="en-US" dirty="0"/>
              <a:t>Assertions (for example, JWT Authorization Grant [</a:t>
            </a:r>
            <a:r>
              <a:rPr lang="en-US" dirty="0">
                <a:hlinkClick r:id="rId2"/>
              </a:rPr>
              <a:t>I-D.draft-ietf-oauth-identity-chaining-06</a:t>
            </a:r>
            <a:r>
              <a:rPr lang="en-US" dirty="0"/>
              <a:t>].</a:t>
            </a:r>
          </a:p>
          <a:p>
            <a:r>
              <a:rPr lang="en-US" dirty="0"/>
              <a:t>IAM Integration</a:t>
            </a:r>
          </a:p>
        </p:txBody>
      </p:sp>
    </p:spTree>
    <p:extLst>
      <p:ext uri="{BB962C8B-B14F-4D97-AF65-F5344CB8AC3E}">
        <p14:creationId xmlns:p14="http://schemas.microsoft.com/office/powerpoint/2010/main" val="1520391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CEBD3-A5D4-EAA0-8BA3-C695F88A7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1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How: </a:t>
            </a:r>
            <a:r>
              <a:rPr lang="en-US" sz="4000" b="1" dirty="0"/>
              <a:t>Access Control</a:t>
            </a:r>
            <a:endParaRPr lang="en-US" sz="4000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E2D866F1-B818-43B4-912A-654A49194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Authorization Handling</a:t>
            </a:r>
          </a:p>
          <a:p>
            <a:r>
              <a:rPr lang="en-US" dirty="0"/>
              <a:t>Authorization Chaining Across Domains</a:t>
            </a:r>
          </a:p>
          <a:p>
            <a:pPr lvl="1"/>
            <a:r>
              <a:rPr lang="en-US" dirty="0"/>
              <a:t>Verify (and preserve) original requesting agent identity</a:t>
            </a:r>
          </a:p>
          <a:p>
            <a:pPr lvl="1"/>
            <a:r>
              <a:rPr lang="en-US" dirty="0"/>
              <a:t>Verify (and preserve) authorization context</a:t>
            </a:r>
          </a:p>
          <a:p>
            <a:pPr lvl="1"/>
            <a:r>
              <a:rPr lang="en-US" dirty="0"/>
              <a:t>The current best practice is [</a:t>
            </a:r>
            <a:r>
              <a:rPr lang="en-US" dirty="0">
                <a:hlinkClick r:id="rId2"/>
              </a:rPr>
              <a:t>I-D.draft-ietf-oauth-identity-chaining-06</a:t>
            </a:r>
            <a:r>
              <a:rPr lang="en-US" dirty="0"/>
              <a:t>].</a:t>
            </a:r>
          </a:p>
          <a:p>
            <a:r>
              <a:rPr lang="en-US" dirty="0"/>
              <a:t>Converting to Internal Workflow</a:t>
            </a:r>
          </a:p>
          <a:p>
            <a:pPr lvl="1"/>
            <a:r>
              <a:rPr lang="en-US" dirty="0"/>
              <a:t>Workflow Generation</a:t>
            </a:r>
          </a:p>
          <a:p>
            <a:pPr lvl="1"/>
            <a:r>
              <a:rPr lang="en-US" dirty="0" err="1"/>
              <a:t>Downscoping</a:t>
            </a:r>
            <a:r>
              <a:rPr lang="en-US" dirty="0"/>
              <a:t>  [</a:t>
            </a:r>
            <a:r>
              <a:rPr lang="en-US" dirty="0">
                <a:hlinkClick r:id="rId3"/>
              </a:rPr>
              <a:t>I-D.draft-tulshibagwale-oauth-transaction-tokens-05</a:t>
            </a:r>
            <a:r>
              <a:rPr lang="en-US" dirty="0"/>
              <a:t>].</a:t>
            </a:r>
          </a:p>
          <a:p>
            <a:r>
              <a:rPr lang="en-US" dirty="0"/>
              <a:t>Interoperability for Heterogeneous Systems </a:t>
            </a:r>
          </a:p>
          <a:p>
            <a:pPr lvl="1"/>
            <a:r>
              <a:rPr lang="en-US" dirty="0"/>
              <a:t>Bearer tokens</a:t>
            </a:r>
          </a:p>
          <a:p>
            <a:pPr lvl="1"/>
            <a:r>
              <a:rPr lang="en-US" dirty="0"/>
              <a:t>API keys</a:t>
            </a:r>
          </a:p>
          <a:p>
            <a:pPr lvl="1"/>
            <a:r>
              <a:rPr lang="en-US" dirty="0"/>
              <a:t>Username-password</a:t>
            </a:r>
          </a:p>
          <a:p>
            <a:pPr lvl="1"/>
            <a:r>
              <a:rPr lang="en-US" dirty="0"/>
              <a:t>Pre-shared secrets</a:t>
            </a:r>
          </a:p>
          <a:p>
            <a:pPr lvl="1"/>
            <a:r>
              <a:rPr lang="en-US" dirty="0"/>
              <a:t>X.509 certificates</a:t>
            </a:r>
          </a:p>
          <a:p>
            <a:r>
              <a:rPr lang="en-US" dirty="0"/>
              <a:t>Zero Trust Analysis</a:t>
            </a:r>
          </a:p>
          <a:p>
            <a:pPr lvl="1"/>
            <a:r>
              <a:rPr lang="en-US" dirty="0"/>
              <a:t>Attestations</a:t>
            </a:r>
          </a:p>
          <a:p>
            <a:r>
              <a:rPr lang="en-US" dirty="0" err="1"/>
              <a:t>Microsegmentation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199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0F235D-5C07-41C8-A048-9B78161EC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Interested?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2F3F7A-1E12-49F4-BA60-6D138D2A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Take a look at </a:t>
            </a:r>
            <a:r>
              <a:rPr lang="en-US" dirty="0">
                <a:hlinkClick r:id="rId2"/>
              </a:rPr>
              <a:t>draft-ni-a2a-ai-agent-security-requirements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you want in, email:</a:t>
            </a:r>
          </a:p>
          <a:p>
            <a:pPr lvl="1"/>
            <a:r>
              <a:rPr lang="it-IT" dirty="0"/>
              <a:t>Liuchunchi(Peter)  </a:t>
            </a:r>
            <a:r>
              <a:rPr lang="it-IT" dirty="0">
                <a:hlinkClick r:id="rId3"/>
              </a:rPr>
              <a:t>liuchunchi@huawei.com</a:t>
            </a:r>
            <a:endParaRPr lang="it-IT" dirty="0"/>
          </a:p>
          <a:p>
            <a:pPr lvl="1"/>
            <a:r>
              <a:rPr lang="en-US" dirty="0"/>
              <a:t>Yuan Ni </a:t>
            </a:r>
            <a:r>
              <a:rPr lang="en-US" dirty="0">
                <a:hlinkClick r:id="rId4"/>
              </a:rPr>
              <a:t>niyuan1@huawei.com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722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3989</TotalTime>
  <Words>323</Words>
  <Application>Microsoft Office PowerPoint</Application>
  <PresentationFormat>Widescreen</PresentationFormat>
  <Paragraphs>70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Arial</vt:lpstr>
      <vt:lpstr>Calibri</vt:lpstr>
      <vt:lpstr>Calibri Light</vt:lpstr>
      <vt:lpstr>Office 主题​​</vt:lpstr>
      <vt:lpstr>AI Agent Security Requirements</vt:lpstr>
      <vt:lpstr>What: Security-related interactions for AI Agents</vt:lpstr>
      <vt:lpstr>Why: You want the following features for AI Agents</vt:lpstr>
      <vt:lpstr>How: Provisioning and Registration</vt:lpstr>
      <vt:lpstr>How: Provisioning and Registration</vt:lpstr>
      <vt:lpstr>How: Cross-domain Interconnection</vt:lpstr>
      <vt:lpstr>How: Access Control</vt:lpstr>
      <vt:lpstr>Interested?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liuchunchi</dc:creator>
  <cp:lastModifiedBy>liuchunchi</cp:lastModifiedBy>
  <cp:revision>49</cp:revision>
  <dcterms:created xsi:type="dcterms:W3CDTF">2025-03-03T06:51:37Z</dcterms:created>
  <dcterms:modified xsi:type="dcterms:W3CDTF">2025-11-03T15:59:32Z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1762113833</vt:lpwstr>
  </property>
</Properties>
</file>